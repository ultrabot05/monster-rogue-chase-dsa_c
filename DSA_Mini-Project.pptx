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9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233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5077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16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579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20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222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0901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0091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660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947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31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157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D7EC86-7CB9-431D-8AC3-8AAF0440B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4B9777F-B610-419B-9193-80306388F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!!Arc">
            <a:extLst>
              <a:ext uri="{FF2B5EF4-FFF2-40B4-BE49-F238E27FC236}">
                <a16:creationId xmlns:a16="http://schemas.microsoft.com/office/drawing/2014/main" id="{311F016A-A753-449B-9EA6-322199B71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1108520" y="775849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5E6045-4EF8-895F-7562-C56AC2390F29}"/>
              </a:ext>
            </a:extLst>
          </p:cNvPr>
          <p:cNvSpPr/>
          <p:nvPr/>
        </p:nvSpPr>
        <p:spPr>
          <a:xfrm>
            <a:off x="2602469" y="5327234"/>
            <a:ext cx="4665079" cy="1655761"/>
          </a:xfrm>
          <a:prstGeom prst="ellipse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819D03-A226-B0F0-20D2-C40534733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6958" y="5099713"/>
            <a:ext cx="5192067" cy="1856014"/>
          </a:xfrm>
          <a:prstGeom prst="ellipse">
            <a:avLst/>
          </a:prstGeom>
          <a:solidFill>
            <a:schemeClr val="accent3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>
            <a:normAutofit lnSpcReduction="10000"/>
          </a:bodyPr>
          <a:lstStyle/>
          <a:p>
            <a:pPr algn="l"/>
            <a:r>
              <a:rPr lang="en-US" sz="1600" dirty="0"/>
              <a:t>Team:</a:t>
            </a:r>
          </a:p>
          <a:p>
            <a:pPr algn="l"/>
            <a:r>
              <a:rPr lang="en-US" sz="1600" dirty="0"/>
              <a:t>PES2UG24CS042: Akash Singh</a:t>
            </a:r>
          </a:p>
          <a:p>
            <a:pPr algn="l"/>
            <a:r>
              <a:rPr lang="en-US" sz="1600" dirty="0"/>
              <a:t>PES2UG24CS003: A Sheiman Joshi</a:t>
            </a:r>
          </a:p>
          <a:p>
            <a:pPr algn="l"/>
            <a:r>
              <a:rPr lang="en-US" sz="1600" dirty="0"/>
              <a:t>PES2UG24CS019: Abhigyan Dutta</a:t>
            </a:r>
            <a:endParaRPr lang="en-IN" sz="1600" dirty="0"/>
          </a:p>
        </p:txBody>
      </p:sp>
      <p:sp>
        <p:nvSpPr>
          <p:cNvPr id="15" name="!!Rectangle">
            <a:extLst>
              <a:ext uri="{FF2B5EF4-FFF2-40B4-BE49-F238E27FC236}">
                <a16:creationId xmlns:a16="http://schemas.microsoft.com/office/drawing/2014/main" id="{95106A28-883A-4993-BF9E-C403B81A8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94269" y="4274457"/>
            <a:ext cx="825256" cy="82525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!!Oval">
            <a:extLst>
              <a:ext uri="{FF2B5EF4-FFF2-40B4-BE49-F238E27FC236}">
                <a16:creationId xmlns:a16="http://schemas.microsoft.com/office/drawing/2014/main" id="{F5AE4E4F-9F4C-43ED-8299-9BD63B74E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742" y="564968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80EFF-0A93-C498-B09A-82F733DD5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614" y="176800"/>
            <a:ext cx="5976258" cy="316297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>
            <a:noAutofit/>
          </a:bodyPr>
          <a:lstStyle/>
          <a:p>
            <a:pPr algn="l"/>
            <a:r>
              <a:rPr lang="en-US" sz="4400" b="1" dirty="0">
                <a:solidFill>
                  <a:srgbClr val="FF0000"/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DSA Miniproject</a:t>
            </a:r>
            <a:br>
              <a:rPr lang="en-US" sz="4400" b="1" dirty="0">
                <a:solidFill>
                  <a:srgbClr val="FF0000"/>
                </a:solidFill>
                <a:latin typeface="Cavolini" panose="020B0502040204020203" pitchFamily="66" charset="0"/>
                <a:cs typeface="Cavolini" panose="020B0502040204020203" pitchFamily="66" charset="0"/>
              </a:rPr>
            </a:br>
            <a:r>
              <a:rPr lang="en-US" sz="4400" b="1" dirty="0">
                <a:solidFill>
                  <a:srgbClr val="FF0000"/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Console-based Monster-Rogue Chase game on an N × N dungeon</a:t>
            </a:r>
            <a:endParaRPr lang="en-IN" sz="4400" b="1" dirty="0">
              <a:solidFill>
                <a:srgbClr val="FF0000"/>
              </a:solidFill>
              <a:latin typeface="Cavolini" panose="020B0502040204020203" pitchFamily="66" charset="0"/>
              <a:cs typeface="Cavolini" panose="020B0502040204020203" pitchFamily="66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D6B420-1048-D7E2-3D14-F86D63D359E8}"/>
              </a:ext>
            </a:extLst>
          </p:cNvPr>
          <p:cNvSpPr txBox="1">
            <a:spLocks/>
          </p:cNvSpPr>
          <p:nvPr/>
        </p:nvSpPr>
        <p:spPr>
          <a:xfrm>
            <a:off x="87086" y="3543343"/>
            <a:ext cx="51435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/>
              <a:t>Build a TUI grid game on an N × N dungeon where a monster chases a rogue, and the rogue tries to avoid capture as long as possible. The dungeon contains walls, rooms, and corridors, and both characters move turn by turn. The monster uses a strategy to move one step closer to the rogue using shortest-path search (BFS/DFS), while the rogue moves to the adjacent square that maximizes distance from the monster. The game ends when the monster reaches the rogue.</a:t>
            </a:r>
            <a:endParaRPr lang="en-IN" sz="1400" dirty="0"/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3C796C75-BF00-99AD-B467-89F36C57BF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67" r="18231" b="-1"/>
          <a:stretch>
            <a:fillRect/>
          </a:stretch>
        </p:blipFill>
        <p:spPr>
          <a:xfrm>
            <a:off x="5733768" y="0"/>
            <a:ext cx="6458232" cy="6858001"/>
          </a:xfrm>
          <a:custGeom>
            <a:avLst/>
            <a:gdLst/>
            <a:ahLst/>
            <a:cxnLst/>
            <a:rect l="l" t="t" r="r" b="b"/>
            <a:pathLst>
              <a:path w="6458232" h="6858001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67356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8A0F3-A133-2795-FA9F-5EDB9D0EE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614" y="2714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6000" b="1" dirty="0"/>
              <a:t>Project Overview &amp; 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B89B4-C76D-8EC2-EC99-25C77D2C4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4150632"/>
          </a:xfrm>
        </p:spPr>
        <p:txBody>
          <a:bodyPr>
            <a:normAutofit/>
          </a:bodyPr>
          <a:lstStyle/>
          <a:p>
            <a:r>
              <a:rPr lang="en-US" dirty="0">
                <a:latin typeface="Modern No. 20" panose="02070704070505020303" pitchFamily="18" charset="0"/>
              </a:rPr>
              <a:t>TUI-based N × N dungeon grid game, where a monster chases a rogue, and the rogue tries to avoid capture as long as possible</a:t>
            </a:r>
          </a:p>
          <a:p>
            <a:r>
              <a:rPr lang="en-US" dirty="0">
                <a:latin typeface="Modern No. 20" panose="02070704070505020303" pitchFamily="18" charset="0"/>
              </a:rPr>
              <a:t>The Dungeon contains walls, hidden rooms (the form of maze corners), and corridors, and both characters move turn by turn</a:t>
            </a:r>
          </a:p>
          <a:p>
            <a:r>
              <a:rPr lang="en-US" dirty="0">
                <a:latin typeface="Modern No. 20" panose="02070704070505020303" pitchFamily="18" charset="0"/>
              </a:rPr>
              <a:t>The monster uses a strategy to move one step closer to the rogue using shortest-path while the rogue moves to the adjacent square that maximizes distance from the monster. </a:t>
            </a:r>
          </a:p>
          <a:p>
            <a:r>
              <a:rPr lang="en-US" dirty="0">
                <a:latin typeface="Modern No. 20" panose="02070704070505020303" pitchFamily="18" charset="0"/>
              </a:rPr>
              <a:t>The game ends when the monster reaches the rogue.</a:t>
            </a:r>
          </a:p>
          <a:p>
            <a:r>
              <a:rPr lang="en-US" dirty="0">
                <a:latin typeface="Modern No. 20" panose="02070704070505020303" pitchFamily="18" charset="0"/>
              </a:rPr>
              <a:t>The player pressed enter to play the chances for this game.</a:t>
            </a:r>
          </a:p>
          <a:p>
            <a:endParaRPr lang="en-IN" dirty="0">
              <a:latin typeface="Modern No. 20" panose="0207070407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489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9B2B5-0B15-5A2D-DBBD-8B78078C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in this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A18A4-179C-7D4F-730E-59B1DF60E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5754"/>
            <a:ext cx="10515600" cy="385974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Linear Data Structure-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u="sng" dirty="0"/>
              <a:t>Queue(Linked List Representation)-</a:t>
            </a:r>
            <a:r>
              <a:rPr lang="en-US" dirty="0"/>
              <a:t>Used for BFS traversal 	for getting shortest path, Implements FIFO (First In First 	Out), Operations: enqueue(), dequeue(), </a:t>
            </a:r>
            <a:r>
              <a:rPr lang="en-US" dirty="0" err="1"/>
              <a:t>isEmpty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IN" dirty="0"/>
              <a:t>Non-Linear Data Structure-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u="sng" dirty="0"/>
              <a:t>Graph</a:t>
            </a:r>
            <a:r>
              <a:rPr lang="en-IN" dirty="0"/>
              <a:t>-The N×N dungeon grid represents a graph,</a:t>
            </a:r>
            <a:r>
              <a:rPr lang="en-US" dirty="0"/>
              <a:t> Each 	cell is a node, Adjacent walkable cells are edges, BFS 	explores this graph structure in the shortest path possible.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53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87CAC-F5FA-F281-1372-B930626E9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526B8-F51F-41C0-F3BD-894C1E0FD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did we use those Data Structures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17CD15-0621-C4FA-6E5F-CC08CD45FF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4143" y="2128468"/>
            <a:ext cx="966611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Queue (Linear): </a:t>
            </a:r>
            <a:r>
              <a:rPr lang="en-US" altLang="en-US" sz="2000" dirty="0">
                <a:latin typeface="Arial" panose="020B0604020202020204" pitchFamily="34" charset="0"/>
              </a:rPr>
              <a:t>Used to power the BFS (Breadth-First Search) algorithm.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	Its FIFO (First-In, First-Out) nature is essential for exploring the graph layer-	by-layer, which is the only way to guarantee finding the absolute shortest 	path for the monster.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(Non-Linear):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 x N dungeon grid is the graph. It's used to represent t	he map, its rooms, and its walls.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Nodes = Walkable cells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Edges = Paths between adjacent cells</a:t>
            </a:r>
          </a:p>
        </p:txBody>
      </p:sp>
    </p:spTree>
    <p:extLst>
      <p:ext uri="{BB962C8B-B14F-4D97-AF65-F5344CB8AC3E}">
        <p14:creationId xmlns:p14="http://schemas.microsoft.com/office/powerpoint/2010/main" val="3875268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B9FD65-3831-9EF0-5BC6-30343644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558" y="61662"/>
            <a:ext cx="5257800" cy="1325563"/>
          </a:xfrm>
        </p:spPr>
        <p:txBody>
          <a:bodyPr>
            <a:normAutofit/>
          </a:bodyPr>
          <a:lstStyle/>
          <a:p>
            <a:r>
              <a:rPr lang="en-IN" sz="6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E6A6C-5B15-062D-D1E4-393DD7D2F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072" y="1448887"/>
            <a:ext cx="5812972" cy="472984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 game displays a 15×15 dungeon grid</a:t>
            </a:r>
          </a:p>
          <a:p>
            <a:pPr marL="0" indent="0">
              <a:buNone/>
            </a:pPr>
            <a:r>
              <a:rPr lang="en-US" sz="2400" dirty="0"/>
              <a:t>R=Rogue (you)</a:t>
            </a:r>
          </a:p>
          <a:p>
            <a:pPr marL="0" indent="0">
              <a:buNone/>
            </a:pPr>
            <a:r>
              <a:rPr lang="en-US" sz="2400" dirty="0"/>
              <a:t>M= Monster (chaser)</a:t>
            </a:r>
          </a:p>
          <a:p>
            <a:pPr marL="0" indent="0">
              <a:buNone/>
            </a:pPr>
            <a:r>
              <a:rPr lang="en-US" sz="2400" dirty="0"/>
              <a:t>#= Wall</a:t>
            </a:r>
          </a:p>
          <a:p>
            <a:pPr marL="0" indent="0">
              <a:buNone/>
            </a:pPr>
            <a:r>
              <a:rPr lang="en-US" sz="2400" dirty="0"/>
              <a:t>. = Path</a:t>
            </a:r>
          </a:p>
          <a:p>
            <a:r>
              <a:rPr lang="en-US" sz="2400" dirty="0"/>
              <a:t>Press Enter to advance each turn</a:t>
            </a:r>
          </a:p>
          <a:p>
            <a:r>
              <a:rPr lang="en-US" sz="2400" dirty="0"/>
              <a:t>Rogue moves first(tries to run away)</a:t>
            </a:r>
          </a:p>
          <a:p>
            <a:r>
              <a:rPr lang="en-US" sz="2400" dirty="0"/>
              <a:t>Monster moves second(chases using shortest path)</a:t>
            </a:r>
          </a:p>
          <a:p>
            <a:r>
              <a:rPr lang="en-US" sz="2400" dirty="0"/>
              <a:t>Game continues until Monster catches Rogue</a:t>
            </a:r>
            <a:endParaRPr lang="en-IN" sz="2400" dirty="0"/>
          </a:p>
        </p:txBody>
      </p:sp>
      <p:pic>
        <p:nvPicPr>
          <p:cNvPr id="5" name="Picture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08474236-8974-B6F6-2F4A-C2C49E892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474" y="1448887"/>
            <a:ext cx="4777381" cy="384194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4834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0E895-A6CF-CECF-E609-8D8EF3B15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E4E15-C0CA-0903-D414-7D89998FD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75254"/>
            <a:ext cx="10515600" cy="3859742"/>
          </a:xfrm>
        </p:spPr>
        <p:txBody>
          <a:bodyPr/>
          <a:lstStyle/>
          <a:p>
            <a:r>
              <a:rPr lang="en-IN" dirty="0"/>
              <a:t>A Total of 12 Functions are included in this miniproject, namely</a:t>
            </a:r>
            <a:r>
              <a:rPr lang="en-US" dirty="0"/>
              <a:t>: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createQueue(), enqueue(Queue* q, Point p), dequeue(Queue* q), isQueueEmpty(Queue* q), freeQueue(Queue* q), initGame(GameState* game), clearScreen()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dirty="0"/>
              <a:t>(this is a win32 functionality which is optionally put by me to ensure the terminal isn’t flooded),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printGame(GameState* game), isValid(GameState* game, int r, int c), moveRogue(GameState* game), moveMonster(GameState* game),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dirty="0"/>
              <a:t>and finally,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main().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274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F9214-38A6-23FA-9008-F4584F12E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445BC-F1AA-E1DD-6CD7-810173A20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90967-71CA-08FF-F246-95B2EE720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75254"/>
            <a:ext cx="10515600" cy="3859742"/>
          </a:xfrm>
        </p:spPr>
        <p:txBody>
          <a:bodyPr/>
          <a:lstStyle/>
          <a:p>
            <a:r>
              <a:rPr lang="en-IN" dirty="0"/>
              <a:t>This project shows use of-</a:t>
            </a:r>
          </a:p>
          <a:p>
            <a:pPr marL="0" indent="0">
              <a:buNone/>
            </a:pPr>
            <a:r>
              <a:rPr lang="en-IN" dirty="0"/>
              <a:t>	Queue used for BFS traversal </a:t>
            </a:r>
            <a:r>
              <a:rPr lang="en-US" dirty="0"/>
              <a:t>the monster uses BFS 	(shortest-path search) to chase.</a:t>
            </a:r>
          </a:p>
          <a:p>
            <a:r>
              <a:rPr lang="en-US" dirty="0"/>
              <a:t>N x N dungeon grid represents a graph where each cell is node</a:t>
            </a:r>
          </a:p>
          <a:p>
            <a:r>
              <a:rPr lang="en-US" dirty="0"/>
              <a:t>Adjacent cell represents edges</a:t>
            </a:r>
          </a:p>
          <a:p>
            <a:r>
              <a:rPr lang="en-US" dirty="0"/>
              <a:t>The system effectively models monster-rogue chase game on N x N on a TUI (Terminal UI) – Based Interface.</a:t>
            </a:r>
          </a:p>
        </p:txBody>
      </p:sp>
    </p:spTree>
    <p:extLst>
      <p:ext uri="{BB962C8B-B14F-4D97-AF65-F5344CB8AC3E}">
        <p14:creationId xmlns:p14="http://schemas.microsoft.com/office/powerpoint/2010/main" val="2153957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text with stars and stripes&#10;&#10;AI-generated content may be incorrect.">
            <a:extLst>
              <a:ext uri="{FF2B5EF4-FFF2-40B4-BE49-F238E27FC236}">
                <a16:creationId xmlns:a16="http://schemas.microsoft.com/office/drawing/2014/main" id="{E91A39CF-3AE1-B0EE-9A0B-7E94A7B6A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519234"/>
            <a:ext cx="8384587" cy="551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65188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Office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634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Avenir Next LT Pro</vt:lpstr>
      <vt:lpstr>Calibri</vt:lpstr>
      <vt:lpstr>Cascadia Code ExtraLight</vt:lpstr>
      <vt:lpstr>Cavolini</vt:lpstr>
      <vt:lpstr>Modern No. 20</vt:lpstr>
      <vt:lpstr>Tw Cen MT</vt:lpstr>
      <vt:lpstr>ShapesVTI</vt:lpstr>
      <vt:lpstr>DSA Miniproject Console-based Monster-Rogue Chase game on an N × N dungeon</vt:lpstr>
      <vt:lpstr>Project Overview &amp; Key Features</vt:lpstr>
      <vt:lpstr>Data Structures in this project</vt:lpstr>
      <vt:lpstr>Why did we use those Data Structures :</vt:lpstr>
      <vt:lpstr>Workflow</vt:lpstr>
      <vt:lpstr>Summary</vt:lpstr>
      <vt:lpstr>Summary</vt:lpstr>
      <vt:lpstr>PowerPoint Presentation</vt:lpstr>
    </vt:vector>
  </TitlesOfParts>
  <Company>B3ast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EC S&amp;H 2A 2024 ABHIGYAN DUTTA</dc:creator>
  <cp:lastModifiedBy>EC S&amp;H 2A 2024 ABHIGYAN DUTTA</cp:lastModifiedBy>
  <cp:revision>7</cp:revision>
  <dcterms:created xsi:type="dcterms:W3CDTF">2025-11-06T18:23:32Z</dcterms:created>
  <dcterms:modified xsi:type="dcterms:W3CDTF">2025-11-14T08:29:00Z</dcterms:modified>
</cp:coreProperties>
</file>